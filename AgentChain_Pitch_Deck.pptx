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AgentChain: AI-Powered Crypto Learning Agent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Pitch Deck</a:t>
            </a:r>
          </a:p>
          <a:p/>
          <a:p>
            <a:r>
              <a:t>Empowering Youth and Developers in the Crypto World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Widespread confusion about cryptocurrency among youths and developers</a:t>
            </a:r>
          </a:p>
          <a:p>
            <a:r>
              <a:t>• Lack of interactive, real-world learning tools</a:t>
            </a:r>
          </a:p>
          <a:p>
            <a:r>
              <a:t>• Increasing demand for hands-on, secure testnet transactions</a:t>
            </a:r>
          </a:p>
          <a:p>
            <a:pPr lvl="1"/>
            <a:r>
              <a:t>• Opportunity: Position AgentChain as the go‑to educational agent for safe crypto interactions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Solution: AgentChain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AgentChain simulates real-world crypto transfers with testnet payments</a:t>
            </a:r>
          </a:p>
          <a:p>
            <a:pPr lvl="1"/>
            <a:r>
              <a:t>• Dual AI engine: Salesforce AgentForce primary, Azure OpenAI fallback</a:t>
            </a:r>
          </a:p>
          <a:p>
            <a:pPr lvl="1"/>
            <a:r>
              <a:t>• Multimodal support: text, image analysis, speech-to-text, text-to-speech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 &amp;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• Real-time testnet payment simulation</a:t>
            </a:r>
          </a:p>
          <a:p>
            <a:pPr/>
            <a:r>
              <a:t>• Chat-based learning with voice &amp; image</a:t>
            </a:r>
          </a:p>
          <a:p>
            <a:pPr/>
            <a:r>
              <a:t>• Feedback &amp; query integration via Telegram</a:t>
            </a:r>
          </a:p>
          <a:p>
            <a:pPr/>
            <a:r>
              <a:t>• Admin access to Copilot Studio for customization</a:t>
            </a:r>
          </a:p>
          <a:p>
            <a:pPr/>
            <a:r>
              <a:t>• Prompt injection defense 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