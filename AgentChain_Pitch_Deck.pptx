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AgentChain: AI-Powered Crypto Learning Agent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Pitch Deck</a:t>
            </a:r>
          </a:p>
          <a:p/>
          <a:p>
            <a:r>
              <a:t>Empowering Youth and Developers in the Crypto World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Widespread confusion about cryptocurrency among youths and developers</a:t>
            </a:r>
          </a:p>
          <a:p>
            <a:r>
              <a:t>• Lack of interactive, real-world learning tools</a:t>
            </a:r>
          </a:p>
          <a:p>
            <a:r>
              <a:t>• Increasing demand for hands-on, secure testnet transactions</a:t>
            </a:r>
          </a:p>
          <a:p>
            <a:pPr lvl="1"/>
            <a:r>
              <a:t>• Opportunity: Position AgentChain as the go‑to educational agent for safe crypto interactions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AgentChain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AgentChain simulates real-world crypto transfers with testnet payments</a:t>
            </a:r>
          </a:p>
          <a:p>
            <a:pPr lvl="1"/>
            <a:r>
              <a:t>• Dual AI engine: Salesforce AgentForce primary, Azure OpenAI fallback</a:t>
            </a:r>
          </a:p>
          <a:p>
            <a:pPr lvl="1"/>
            <a:r>
              <a:t>• Multimodal support: text, image analysis, speech-to-text, text-to-speech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&amp;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lstStyle/>
          <a:p/>
          <a:p>
            <a:r>
              <a:t>• Real-time testnet payment simulation</a:t>
            </a:r>
          </a:p>
          <a:p>
            <a:r>
              <a:t>• Chat-based learning with voice &amp; image</a:t>
            </a:r>
          </a:p>
          <a:p>
            <a:r>
              <a:t>• Feedback &amp; query integration via Telegram</a:t>
            </a:r>
          </a:p>
          <a:p>
            <a:r>
              <a:rPr>
                <a:sym typeface="+mn-ea"/>
              </a:rPr>
              <a:t>• </a:t>
            </a:r>
            <a:r>
              <a:rPr lang="en-US">
                <a:sym typeface="+mn-ea"/>
              </a:rPr>
              <a:t>S</a:t>
            </a:r>
            <a:r>
              <a:rPr lang="en-US">
                <a:sym typeface="+mn-ea"/>
              </a:rPr>
              <a:t>lack for salesforce</a:t>
            </a:r>
          </a:p>
          <a:p>
            <a:r>
              <a:t>• Admin access to Copilot Studio for customization</a:t>
            </a:r>
          </a:p>
          <a:p>
            <a:r>
              <a:t>• Prompt injection defense mechanism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886</Words>
  <Application>WPS Slides</Application>
  <PresentationFormat>On-screen Show (4:3)</PresentationFormat>
  <Paragraphs>28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AgentChain: AI-Powered Crypto Learning Agent</vt:lpstr>
      <vt:lpstr>Problem &amp; Opportunity</vt:lpstr>
      <vt:lpstr>Solution: AgentChain</vt:lpstr>
      <vt:lpstr>Key Features &amp; Value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Jeremiah Ope</cp:lastModifiedBy>
  <cp:revision>3</cp:revision>
  <dcterms:created xsi:type="dcterms:W3CDTF">2013-01-27T09:14:00Z</dcterms:created>
  <dcterms:modified xsi:type="dcterms:W3CDTF">2025-04-30T20:54:51Z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8F83D3EA83DE4FD28F034BA216109DF2_12</vt:lpwstr>
  </property>
  <property fmtid="{D5CDD505-2E9C-101B-9397-08002B2CF9AE}" pid="3" name="KSOProductBuildVer">
    <vt:lpwstr>2057-12.2.0.20796</vt:lpwstr>
  </property>
</Properties>
</file>